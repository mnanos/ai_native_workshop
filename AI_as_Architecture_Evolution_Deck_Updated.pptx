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arXiv: Externalization in LLM Agents: A Unified Review of Memory, Skills, Protocols and Harness Engineering, arXiv:2604.08224, April 9, 2026. https://arxiv.org/abs/2604.08224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Chatbots to AI as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8288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</a:rPr>
              <a:t>A simple evolution story for AI-native development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148840" cy="475488"/>
          </a:xfrm>
          <a:prstGeom prst="roundRect">
            <a:avLst>
              <a:gd name="adj" fmla="val 11538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294436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834640"/>
            <a:ext cx="2743200" cy="475488"/>
          </a:xfrm>
          <a:prstGeom prst="roundRect">
            <a:avLst>
              <a:gd name="adj" fmla="val 11538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71616" y="29443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03040"/>
                </a:solidFill>
              </a:rPr>
              <a:t>We started by talking to AI. Then we started adding AI into products. Now we are learning how to build products around AI.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458200" y="1005840"/>
            <a:ext cx="2926080" cy="4297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1783080"/>
            <a:ext cx="23774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 is moving from an interface layer to a systems design concern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tools, context, and roles now matter as much as model choice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This is the foundation of AI-native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Three-Layer AI Evolution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practical way to frame how AI changes software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1FB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Chatbots and assistants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Prompt -&gt; response interaction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Useful for Q&amp;A, summarization,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DB3"/>
                </a:solidFill>
              </a:rPr>
              <a:t>AI helps users interact with information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EAF6F1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Feature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Embedded into existing products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AI-assisted search, support, coding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 remains mostly traditional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5424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5A"/>
                </a:solidFill>
              </a:rPr>
              <a:t>AI helps products perform useful tasks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155448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DF1E4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5544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7099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as Architecture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56448" y="2423160"/>
            <a:ext cx="3072384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Workflows, agents, tools, context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Coordinator + specialized roles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03040"/>
                </a:solidFill>
              </a:rPr>
              <a:t>Applications designed around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72" y="4800600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7926"/>
                </a:solidFill>
              </a:rPr>
              <a:t>AI shapes how the whole system is built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Research Framing: Weights -&gt; Context -&gt; Harness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Based on arXiv:2604.08224 (April 2026)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F6DB3"/>
          </a:solidFill>
          <a:ln w="12700">
            <a:solidFill>
              <a:srgbClr val="2F6DB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expected to live inside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2E7D5A"/>
          </a:solidFill>
          <a:ln w="12700">
            <a:solidFill>
              <a:srgbClr val="2E7D5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5196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More capability shifted into prompting and retrieved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196596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22219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Harness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33375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3040"/>
                </a:solidFill>
              </a:rPr>
              <a:t>Capability externalized into memory, skills, protocols, and orchestration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39128" y="23317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7A"/>
                </a:solidFill>
              </a:rPr>
              <a:t>-&gt;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60120" y="4754880"/>
            <a:ext cx="10241280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010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 are moving from intelligence in the model to intelligence in the system around the model.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 | Research framing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“AI as Architecture”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What changes when AI becomes part of the system design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8FA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Design shifts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Operating shifts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single prompts to multi-step workflows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one assistant to specialized roles such as planner, builder, reviewer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From isolated outputs to tools, memory, and governed execution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57200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System quality depends on orchestration, not only on model quality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Competitive advantage shifts toward reusable skills and infrastructure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03040"/>
                </a:solidFill>
              </a:rPr>
              <a:t>AI-native development becomes a software architecture problem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828800" y="5989320"/>
            <a:ext cx="8549640" cy="420624"/>
          </a:xfrm>
          <a:prstGeom prst="roundRect">
            <a:avLst>
              <a:gd name="adj" fmla="val 13043"/>
            </a:avLst>
          </a:prstGeom>
          <a:solidFill>
            <a:srgbClr val="C97926"/>
          </a:solidFill>
          <a:ln w="12700">
            <a:solidFill>
              <a:srgbClr val="C979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6108192"/>
            <a:ext cx="8275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is no longer only an interface or a feature. It becomes a core design principle.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Use Case, Three Modes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Student Assignment Assistant: same task, different role for AI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1088136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21031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80360" y="1691640"/>
            <a:ext cx="260604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Interaction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315468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8562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behavior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41080" y="1691640"/>
            <a:ext cx="2788920" cy="54864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18562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Meaning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21031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4597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Chatbot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880360" y="2240280"/>
            <a:ext cx="260604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45973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Student asks directly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0" y="2240280"/>
            <a:ext cx="3154680" cy="1097280"/>
          </a:xfrm>
          <a:prstGeom prst="rect">
            <a:avLst/>
          </a:prstGeom>
          <a:solidFill>
            <a:srgbClr val="F9FBFE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59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One answer with code or explanation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41080" y="2240280"/>
            <a:ext cx="2788920" cy="1097280"/>
          </a:xfrm>
          <a:prstGeom prst="rect">
            <a:avLst/>
          </a:prstGeom>
          <a:solidFill>
            <a:srgbClr val="EFF5FD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32520" y="245973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interface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21031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5570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Service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880360" y="3337560"/>
            <a:ext cx="260604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55701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App calls an LLM feature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0" y="3337560"/>
            <a:ext cx="3154680" cy="1097280"/>
          </a:xfrm>
          <a:prstGeom prst="rect">
            <a:avLst/>
          </a:prstGeom>
          <a:solidFill>
            <a:srgbClr val="FA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5570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Generate starter code inside a portal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641080" y="3337560"/>
            <a:ext cx="2788920" cy="1097280"/>
          </a:xfrm>
          <a:prstGeom prst="rect">
            <a:avLst/>
          </a:prstGeom>
          <a:solidFill>
            <a:srgbClr val="EEF8F2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55701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a feature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21031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65429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as Architecture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2880360" y="4434840"/>
            <a:ext cx="260604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6542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Workflow coordinates roles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486400" y="4434840"/>
            <a:ext cx="3154680" cy="1097280"/>
          </a:xfrm>
          <a:prstGeom prst="rect">
            <a:avLst/>
          </a:prstGeom>
          <a:solidFill>
            <a:srgbClr val="FFFD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65429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03040"/>
                </a:solidFill>
              </a:rPr>
              <a:t>Planner -&gt; Builder -&gt; Reviewer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641080" y="4434840"/>
            <a:ext cx="2788920" cy="1097280"/>
          </a:xfrm>
          <a:prstGeom prst="rect">
            <a:avLst/>
          </a:prstGeom>
          <a:solidFill>
            <a:srgbClr val="FDF3E8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32520" y="4654296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40"/>
                </a:solidFill>
              </a:rPr>
              <a:t>AI is the system logic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9728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926"/>
                </a:solidFill>
              </a:rPr>
              <a:t>The use case stays the same. What changes is how much of the system is designed around AI.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AI as Architecture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325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040"/>
                </a:solidFill>
              </a:rPr>
              <a:t>The future is not just software with AI inside it.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040"/>
                </a:solidFill>
              </a:rPr>
              <a:t>It is software designed around AI from the start.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26680" y="1234440"/>
            <a:ext cx="329184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4964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Takeaways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73568" y="2084832"/>
            <a:ext cx="26974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Interface -&gt; Feature -&gt; Architecture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Weights -&gt; Context -&gt; Harness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</a:rPr>
              <a:t>AI-native development is a systems discipline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58064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</a:rPr>
              <a:t>Research anchor: Zhou et al., arXiv:2604.08224 (2026)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8596"/>
                </a:solidFill>
              </a:rPr>
              <a:t>Closing slide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Architecture - Updated with Research Framing</dc:title>
  <dc:subject>AI as Architecture evolution deck updated with arXiv 2604.08224</dc:subject>
  <dc:creator>OpenAI</dc:creator>
  <cp:lastModifiedBy>OpenAI</cp:lastModifiedBy>
  <cp:revision>1</cp:revision>
  <dcterms:created xsi:type="dcterms:W3CDTF">2026-04-16T20:19:17Z</dcterms:created>
  <dcterms:modified xsi:type="dcterms:W3CDTF">2026-04-16T20:19:17Z</dcterms:modified>
</cp:coreProperties>
</file>