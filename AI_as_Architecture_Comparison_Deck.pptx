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9844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AI Chatbots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AI as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2542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 hands-on comparison: chatbot vs service vs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FF"/>
                </a:solidFill>
              </a:rPr>
              <a:t>Same use case: Student Assignment Assistant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46520" y="2578608"/>
            <a:ext cx="4526280" cy="0"/>
          </a:xfrm>
          <a:prstGeom prst="line">
            <a:avLst/>
          </a:prstGeom>
          <a:noFill/>
          <a:ln w="31750">
            <a:solidFill>
              <a:srgbClr val="D8E0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263640" y="2450592"/>
            <a:ext cx="182880" cy="1828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828800"/>
            <a:ext cx="1188720" cy="384048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interface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183880" y="2450592"/>
            <a:ext cx="182880" cy="182880"/>
          </a:xfrm>
          <a:prstGeom prst="ellipse">
            <a:avLst/>
          </a:prstGeom>
          <a:solidFill>
            <a:srgbClr val="18A957"/>
          </a:solidFill>
          <a:ln w="12700">
            <a:solidFill>
              <a:srgbClr val="18A9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828800"/>
            <a:ext cx="1188720" cy="384048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feature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104120" y="24505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2680" y="1828800"/>
            <a:ext cx="16002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system design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355080" y="370332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020"/>
                </a:solidFill>
              </a:rPr>
              <a:t>We started by talking to AI.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B1020"/>
                </a:solidFill>
              </a:rPr>
              <a:t>Then we added AI into products.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B1020"/>
                </a:solidFill>
              </a:rPr>
              <a:t>Now we are designing products around AI.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AI-native development workshop framing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Three-Layer AI Evolution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418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 simple way to explain the transition from chatbot to AI-native development</a:t>
            </a:r>
            <a:endParaRPr lang="en-US" sz="1150" dirty="0"/>
          </a:p>
        </p:txBody>
      </p:sp>
      <p:pic>
        <p:nvPicPr>
          <p:cNvPr id="4" name="Image 0" descr="/mnt/data/a_vertical_infographic_titled_the_three_layer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338328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6592" y="1353312"/>
            <a:ext cx="6812280" cy="310896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AI as Interface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736592" y="1700784"/>
            <a:ext cx="6812280" cy="731520"/>
          </a:xfrm>
          <a:prstGeom prst="rect">
            <a:avLst/>
          </a:prstGeom>
          <a:solidFill>
            <a:srgbClr val="F8FAFD"/>
          </a:solidFill>
          <a:ln w="12700">
            <a:solidFill>
              <a:srgbClr val="2F6B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talk to AI directly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Chatbots, Q&amp;A, summarization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value: fast guidance and interaction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36592" y="2816352"/>
            <a:ext cx="6812280" cy="310896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AI as Feature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736592" y="3163824"/>
            <a:ext cx="6812280" cy="731520"/>
          </a:xfrm>
          <a:prstGeom prst="rect">
            <a:avLst/>
          </a:prstGeom>
          <a:solidFill>
            <a:srgbClr val="F8FAFD"/>
          </a:solidFill>
          <a:ln w="12700">
            <a:solidFill>
              <a:srgbClr val="18A957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embedded into an existing product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Generate, search, recommend, assist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value: improve a workflow or screen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36592" y="4279392"/>
            <a:ext cx="6812280" cy="310896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AI as Architecture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736592" y="4626864"/>
            <a:ext cx="6812280" cy="731520"/>
          </a:xfrm>
          <a:prstGeom prst="rect">
            <a:avLst/>
          </a:prstGeom>
          <a:solidFill>
            <a:srgbClr val="F8FAFD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shapes the system design from the start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Workflows, agents, tools, orchestration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value: adaptive, intent-driven software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AI-native development workshop framing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Example: Same Task, Three AI Roles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418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Use case: “Build a Python program that reads sensor CSV data, computes average/std, and plots the result.”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337560" cy="438912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Chatbot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901952"/>
            <a:ext cx="33375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the interface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 asks one prompt directly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returns explanation + sample code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Good for ideation and quick help</a:t>
            </a: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389120"/>
            <a:ext cx="3337560" cy="502920"/>
          </a:xfrm>
          <a:prstGeom prst="rect">
            <a:avLst/>
          </a:prstGeom>
          <a:solidFill>
            <a:srgbClr val="F8FAFD"/>
          </a:solidFill>
          <a:ln w="12700">
            <a:solidFill>
              <a:srgbClr val="D8E0F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→ Response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133088" y="1371600"/>
            <a:ext cx="3337560" cy="438912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Service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33088" y="1901952"/>
            <a:ext cx="33375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A9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a feature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33088" y="2267712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8A957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 uses an existing app or portal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 calls an LLM for one specific feature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Good for enhancement inside a product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4361688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33088" y="4389120"/>
            <a:ext cx="3337560" cy="502920"/>
          </a:xfrm>
          <a:prstGeom prst="rect">
            <a:avLst/>
          </a:prstGeom>
          <a:solidFill>
            <a:srgbClr val="F8FAFD"/>
          </a:solidFill>
          <a:ln w="12700">
            <a:solidFill>
              <a:srgbClr val="D8E0F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logic → AI call → Output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763256" y="1371600"/>
            <a:ext cx="3337560" cy="43891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 Architecture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63256" y="1901952"/>
            <a:ext cx="3337560" cy="21945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the system design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63256" y="2267712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Planner extracts requirements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Builder generates starter code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1B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Reviewer checks gaps and improvements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7991856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63256" y="4389120"/>
            <a:ext cx="3337560" cy="502920"/>
          </a:xfrm>
          <a:prstGeom prst="rect">
            <a:avLst/>
          </a:prstGeom>
          <a:solidFill>
            <a:srgbClr val="F8FAFD"/>
          </a:solidFill>
          <a:ln w="12700">
            <a:solidFill>
              <a:srgbClr val="D8E0F0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→ Planner → Builder → Reviewer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1554480" y="5989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1020"/>
                </a:solidFill>
              </a:rPr>
              <a:t>The use case stays the same. What changes is the role AI plays in the system.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AI-native development workshop framing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3152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entering the phase of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5FF"/>
                </a:solidFill>
              </a:rPr>
              <a:t>The next stage of AI is not just using AI in products,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CE5FF"/>
                </a:solidFill>
              </a:rPr>
              <a:t>but building products around AI.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37960" y="1005840"/>
            <a:ext cx="4480560" cy="777240"/>
          </a:xfrm>
          <a:prstGeom prst="rect">
            <a:avLst/>
          </a:prstGeom>
          <a:solidFill>
            <a:srgbClr val="2F6BFF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single prompts to workflows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03720" y="2103120"/>
            <a:ext cx="4114800" cy="777240"/>
          </a:xfrm>
          <a:prstGeom prst="rect">
            <a:avLst/>
          </a:prstGeom>
          <a:solidFill>
            <a:srgbClr val="18A957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one assistant to specialized roles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269480" y="3200400"/>
            <a:ext cx="3749040" cy="77724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outputs to tools and orchestration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35240" y="4297680"/>
            <a:ext cx="3383280" cy="7772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static logic to adaptive systems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57150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C7FF"/>
                </a:solidFill>
              </a:rPr>
              <a:t>Interface  →  Feature  →  Architecture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Closing message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 Architecture Comparison Deck</dc:title>
  <dc:subject>PptxGenJS Presentation</dc:subject>
  <dc:creator>OpenAI</dc:creator>
  <cp:lastModifiedBy>OpenAI</cp:lastModifiedBy>
  <cp:revision>1</cp:revision>
  <dcterms:created xsi:type="dcterms:W3CDTF">2026-04-13T06:32:22Z</dcterms:created>
  <dcterms:modified xsi:type="dcterms:W3CDTF">2026-04-13T06:32:22Z</dcterms:modified>
</cp:coreProperties>
</file>