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658368"/>
            <a:ext cx="4160520" cy="5413248"/>
          </a:xfrm>
          <a:prstGeom prst="roundRect">
            <a:avLst>
              <a:gd name="adj" fmla="val 1758"/>
            </a:avLst>
          </a:prstGeom>
          <a:solidFill>
            <a:srgbClr val="173B63"/>
          </a:solidFill>
          <a:ln w="12700">
            <a:solidFill>
              <a:srgbClr val="4D6F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686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AI-Native Development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029968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FF8"/>
                </a:solidFill>
              </a:rPr>
              <a:t>Building a simple agentic application with open tools and local models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2542032"/>
            <a:ext cx="1965960" cy="347472"/>
          </a:xfrm>
          <a:prstGeom prst="roundRect">
            <a:avLst>
              <a:gd name="adj" fmla="val 47368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56946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1-hour online workshop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2542032"/>
            <a:ext cx="1600200" cy="347472"/>
          </a:xfrm>
          <a:prstGeom prst="roundRect">
            <a:avLst>
              <a:gd name="adj" fmla="val 47368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256946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Use-case driven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2542032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69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paid subscription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246120"/>
            <a:ext cx="530352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0215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participants will 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3794760"/>
            <a:ext cx="4572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</a:rPr>
              <a:t>A local AI lab assistant for short technical assignments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</a:rPr>
              <a:t>A workflow with Planner, Builder, and Reviewer roles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</a:rPr>
              <a:t>A small Python app that runs with Ollama on student laptops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43800" y="932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Workshop architecture preview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73568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46920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73568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2360" y="1572768"/>
            <a:ext cx="82296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5352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5352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Task →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1572768"/>
            <a:ext cx="82296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4516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Plan → code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0" y="3538728"/>
            <a:ext cx="82296" cy="86868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45168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516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Code → gaps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5236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52360" y="3538728"/>
            <a:ext cx="82296" cy="86868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3528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Ollama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5352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Local model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79792" y="489204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50840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• Streamlit/CLI • 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tools, fully reproducible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808" y="614476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Electrical and Computer Engineering students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614476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Workshop package / English slide 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43000"/>
            <a:ext cx="82296" cy="11430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Format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Online, hands-on, use-case driven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Built around one simple but complete example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143000"/>
            <a:ext cx="82296" cy="1143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Audience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7136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ECE students with basic programming knowledge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Introductory to intermediate level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14300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Cost model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3024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Open tools + local open models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No paid subscription required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269748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07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</a:rPr>
              <a:t>Core promise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033"/>
                </a:solidFill>
              </a:rPr>
              <a:t>Students will not just hear about AI-native development. They will see a small AI-native system, run it locally, and understand how prompts, workflows, agents, tools, and context fit together in practice.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89320" y="315468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429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7A6"/>
                </a:solidFill>
              </a:rPr>
              <a:t>Success looks like this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0" y="3730752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understand what AI-native development means.”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know the difference between a prompt, a workflow, and an agent.”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can run a small local prototype myself.”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75520" y="3657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57A6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Welcome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7A6"/>
                </a:solidFill>
              </a:rPr>
              <a:t>0–5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6"/>
                </a:solidFill>
              </a:rPr>
              <a:t>Why AI-native development matters and what participants will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7860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Concepts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7A6"/>
                </a:solidFill>
              </a:rPr>
              <a:t>5–15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954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6"/>
                </a:solidFill>
              </a:rPr>
              <a:t>Prompt vs workflow vs agent; tools, context, and orchestration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1032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6188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Use case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7A6"/>
                </a:solidFill>
              </a:rPr>
              <a:t>15–20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6"/>
                </a:solidFill>
              </a:rPr>
              <a:t>AI lab assistant architecture and role definitions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4204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DCE8F8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3608" y="114300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360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Hands-on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6384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7A6"/>
                </a:solidFill>
              </a:rPr>
              <a:t>20–50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7298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6"/>
                </a:solidFill>
              </a:rPr>
              <a:t>Run the app, inspect Planner / Builder / Reviewer outputs, test locally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7376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2532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2532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9556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Wrap-up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9556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7A6"/>
                </a:solidFill>
              </a:rPr>
              <a:t>50–60 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0470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6"/>
                </a:solidFill>
              </a:rPr>
              <a:t>What makes this AI-native and how to extend it after the session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560320" y="5532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One example, end to end: students see the complete lifecycle instead of isolated prompts.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 case: AI Lab Assistant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794760" cy="50292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</a:rPr>
              <a:t>Student input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8FAFE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03120"/>
            <a:ext cx="29260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02033"/>
                </a:solidFill>
              </a:rPr>
              <a:t>“Build a Python program that reads sensor measurements from a CSV file, computes the average and standard deviation, and generates a simple plot.”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6"/>
                </a:solidFill>
              </a:rPr>
              <a:t>A compact example that is technical, familiar, and easy to run locally.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1545336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636776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361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</a:rPr>
              <a:t>Understand the task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154533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776"/>
                </a:solidFill>
              </a:rPr>
              <a:t>Requirement extraction from the assignment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243230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523744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</a:rPr>
              <a:t>Create a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83880" y="243230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776"/>
                </a:solidFill>
              </a:rPr>
              <a:t>Ordered implementation steps and assumptions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191256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3319272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410712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3101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</a:rPr>
              <a:t>Generate starter code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83880" y="3319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776"/>
                </a:solidFill>
              </a:rPr>
              <a:t>First-draft code and project structure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4078224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4206240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4297680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1970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</a:rPr>
              <a:t>Review the output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776"/>
                </a:solidFill>
              </a:rPr>
              <a:t>Check coverage, gaps, and edge cases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965192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38928" y="50932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5184648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50840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</a:rPr>
              <a:t>Suggest next steps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183880" y="50932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776"/>
                </a:solidFill>
              </a:rPr>
              <a:t>Concrete improvements students can implement next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prompt to workflow to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82296" cy="27432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A single instruction to the model.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for one-shot tasks, but limited when the task has multiple stages.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417320"/>
            <a:ext cx="82296" cy="2743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A predefined sequence of steps.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Best default choice when the application needs structure and predictability.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417320"/>
            <a:ext cx="82296" cy="27432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Agentic pattern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220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Role-based components within a workflow.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when different reasoning styles or tool access improve the result.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A47"/>
                </a:solidFill>
              </a:rPr>
              <a:t>Key message: not everything needs an agent. Start with a workflow, then add roles only where they create real value.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5440680"/>
            <a:ext cx="82296" cy="77724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5952744"/>
            <a:ext cx="288036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Breaks the task into requirements and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26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5440680"/>
            <a:ext cx="82296" cy="7772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27448" y="5952744"/>
            <a:ext cx="288036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Produces starter code and a first draft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5440680"/>
            <a:ext cx="82296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56448" y="5952744"/>
            <a:ext cx="288036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Checks coverage, risks, and improvements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3456432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00600" y="2304288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00600" y="4590288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3456432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User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Provides the assignment or short technical task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743200"/>
            <a:ext cx="82296" cy="1417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Coordinator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Runs the workflow and passes outputs across roles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15000" y="1600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15000" y="1600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1764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6168" y="2112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Requirements + steps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15000" y="3886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15000" y="3886200"/>
            <a:ext cx="82296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16168" y="4398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Starter code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3880" y="2743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8504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Coverage + improvements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104120" y="27432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0412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5288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Output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305288" y="3255264"/>
            <a:ext cx="91440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Plan, code, review, next steps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650992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033"/>
                </a:solidFill>
              </a:rPr>
              <a:t>Local execution stack: Python + Streamlit/CLI + Ollama + one local open model (for example Llama 3).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stack and local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82296" cy="2560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99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Tools used in the workshop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746504"/>
            <a:ext cx="333756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Streamlit or CLI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GitHub repository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One tested local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234440"/>
            <a:ext cx="82296" cy="2560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3990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Why local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1746504"/>
            <a:ext cx="292608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No paid subscription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Full reproducibility after the workshop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Students can experiment on their own laptops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Clearer focus on architecture, not vendor lock-in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9560" y="123444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09560" y="1234440"/>
            <a:ext cx="82296" cy="2560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Minimum participant setup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10728" y="1746504"/>
            <a:ext cx="320040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 3.10+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VS Code or another editor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 installed locally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776"/>
                </a:solidFill>
              </a:rPr>
              <a:t>• Repo cloned before the session if possible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89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Suggested commands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681728"/>
            <a:ext cx="4572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</a:rPr>
              <a:t>This can also be run as a CLI fallback if some student laptops struggle with a UI setup.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participants take away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344168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63040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42646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What AI-native development means in practice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203704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313432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3230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Conceptual clarity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39572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The difference between prompts, workflows, and agents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172968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3282696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401568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Hands-on artifact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3649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A small local app with Planner, Builder, and Reviewer roles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142232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251960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37083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confidence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33425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A reproducible stack based on open tools and local models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77240" y="5111496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5221224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34009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53035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Clear directions for adding retrieval, testing, memory, or APIs later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6172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</a:rPr>
              <a:t>Recommended close: position the session as “a practical introduction to AI-native development through a small but complete role-based application built with open tools and local models.”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Chatbots to AI as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828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</a:rPr>
              <a:t>A simple evolution story for AI-native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834640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71616" y="29443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03040"/>
                </a:solidFill>
              </a:rPr>
              <a:t>We started by talking to AI. Then we started adding AI into products. Now we are learning how to build products around AI.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458200" y="1005840"/>
            <a:ext cx="292608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1783080"/>
            <a:ext cx="23774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 is moving from an interface layer to a systems design concern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tools, context, and roles now matter as much as model choice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This is the foundation of AI-native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practical way to frame how AI changes software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Chatbots and assistants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Prompt -&gt; response interaction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Useful for Q&amp;A, summarization,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DB3"/>
                </a:solidFill>
              </a:rPr>
              <a:t>AI helps users interact with information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6F1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Feature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Embedded into existing products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AI-assisted search, support, coding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 remains mostly traditional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5A"/>
                </a:solidFill>
              </a:rPr>
              <a:t>AI helps products perform useful tasks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DF1E4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5644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agents, tools, context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Coordinator + specialized roles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Applications designed around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7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7926"/>
                </a:solidFill>
              </a:rPr>
              <a:t>AI shapes how the whole system is built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Research Framing: Weights -&gt; Context -&gt; Harness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Based on arXiv:2604.08224 (April 2026)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expected to live inside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More capability shifted into prompting and retrieved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Harness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externalized into memory, skills, protocols, and orchestration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39128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60120" y="475488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010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 are moving from intelligence in the model to intelligence in the system around the model.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 | Research framing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“AI as Architecture”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What changes when AI becomes part of the system design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Design shifts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Operating shifts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single prompts to multi-step workflows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one assistant to specialized roles such as planner, builder, reviewer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isolated outputs to tools, memory, and governed execution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System quality depends on orchestration, not only on model quality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Competitive advantage shifts toward reusable skills and infrastructure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AI-native development becomes a software architecture problem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828800" y="5989320"/>
            <a:ext cx="8549640" cy="420624"/>
          </a:xfrm>
          <a:prstGeom prst="roundRect">
            <a:avLst>
              <a:gd name="adj" fmla="val 13043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6108192"/>
            <a:ext cx="8275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is no longer only an interface or a feature. It becomes a core design principle.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Use Case, Three Modes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Student Assignment Assistant: same task, different role for AI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21031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1691640"/>
            <a:ext cx="260604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15468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856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behavior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41080" y="1691640"/>
            <a:ext cx="27889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8562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Meaning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21031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4597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Chatbot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880360" y="2240280"/>
            <a:ext cx="260604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459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Student asks directly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0" y="2240280"/>
            <a:ext cx="315468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59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One answer with code or explanation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41080" y="2240280"/>
            <a:ext cx="27889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45973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interface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21031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570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Service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880360" y="3337560"/>
            <a:ext cx="260604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5570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App calls an LLM feature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0" y="3337560"/>
            <a:ext cx="315468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5570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Generate starter code inside a portal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641080" y="3337560"/>
            <a:ext cx="27889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55701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a feature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21031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654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Architecture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880360" y="4434840"/>
            <a:ext cx="260604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6542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Workflow coordinates roles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486400" y="4434840"/>
            <a:ext cx="315468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6542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Planner -&gt; Builder -&gt; Reviewer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641080" y="4434840"/>
            <a:ext cx="27889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6542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system logic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9728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926"/>
                </a:solidFill>
              </a:rPr>
              <a:t>The use case stays the same. What changes is how much of the system is designed around AI.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05840" y="1325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040"/>
                </a:solidFill>
              </a:rPr>
              <a:t>The future is not just software with AI inside it.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040"/>
                </a:solidFill>
              </a:rPr>
              <a:t>It is software designed around AI from the start.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123444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4964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Takeaways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73568" y="2084832"/>
            <a:ext cx="26974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Interface -&gt; Feature -&gt; Architecture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Weights -&gt; Context -&gt; Harness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AI-native development is a systems discipline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58064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Research anchor: Zhou et al., arXiv:2604.08224 (2026)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Closing slide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9844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AI Chatbots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AI as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542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hands-on comparison: chatbot vs service vs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FF"/>
                </a:solidFill>
              </a:rPr>
              <a:t>Same use case: Student Assignment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46520" y="2578608"/>
            <a:ext cx="4526280" cy="0"/>
          </a:xfrm>
          <a:prstGeom prst="line">
            <a:avLst/>
          </a:prstGeom>
          <a:noFill/>
          <a:ln w="31750">
            <a:solidFill>
              <a:srgbClr val="D8E0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2450592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828800"/>
            <a:ext cx="1188720" cy="384048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interface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2450592"/>
            <a:ext cx="182880" cy="1828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828800"/>
            <a:ext cx="1188720" cy="384048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feature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104120" y="24505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2680" y="1828800"/>
            <a:ext cx="1600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system design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355080" y="37033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We started by talking to AI.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Then we added AI into products.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Now we are designing products around AI.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simple way to explain the transition from chatbot to AI-native development</a:t>
            </a:r>
            <a:endParaRPr lang="en-US" sz="1150" dirty="0"/>
          </a:p>
        </p:txBody>
      </p:sp>
      <p:pic>
        <p:nvPicPr>
          <p:cNvPr id="4" name="Image 0" descr="/mnt/data/a_vertical_infographic_titled_the_three_layer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3832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6592" y="1353312"/>
            <a:ext cx="6812280" cy="310896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AI as Interface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736592" y="170078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talk to AI directly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Chatbots, Q&amp;A, summarization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fast guidance and interaction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6592" y="2816352"/>
            <a:ext cx="6812280" cy="310896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as Feature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736592" y="316382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embedded into an existing product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Generate, search, recommend, assist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improve a workflow or screen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36592" y="4279392"/>
            <a:ext cx="6812280" cy="31089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AI as Architecture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736592" y="462686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shapes the system design from the start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Workflows, agents, tools, orchestration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adaptive, intent-driven software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Example: Same Task, Three AI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Use case: “Build a Python program that reads sensor CSV data, computes average/std, and plots the result.”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337560" cy="438912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Chatbot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interface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asks one prompt directly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returns explanation + sample code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ideation and quick help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→ Response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133088" y="1371600"/>
            <a:ext cx="3337560" cy="438912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33088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A9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feature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33088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uses an existing app or portal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calls an LLM for one specific feature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enhancement inside a product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4361688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33088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logic → AI call → Output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763256" y="1371600"/>
            <a:ext cx="333756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63256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system design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63256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Planner extracts requirements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Builder generates starter code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Reviewer checks gaps and improvements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7991856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63256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Planner → Builder → Reviewer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1554480" y="5989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020"/>
                </a:solidFill>
              </a:rPr>
              <a:t>The use case stays the same. What changes is the role AI plays in the system.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85800" y="7315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entering the phase of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The next stage of AI is not just using AI in products,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but building products around AI.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37960" y="1005840"/>
            <a:ext cx="4480560" cy="777240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single prompts to workflows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03720" y="2103120"/>
            <a:ext cx="4114800" cy="777240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 assistant to specialized roles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69480" y="3200400"/>
            <a:ext cx="374904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outputs to tools and orchestration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5240" y="4297680"/>
            <a:ext cx="3383280" cy="7772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static logic to adaptive systems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C7FF"/>
                </a:solidFill>
              </a:rPr>
              <a:t>Interface  →  Feature  → 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Closing message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Development in Practice</dc:title>
  <dc:subject>AI-Native Development Workshop</dc:subject>
  <dc:creator>OpenAI</dc:creator>
  <cp:lastModifiedBy>OpenAI</cp:lastModifiedBy>
  <cp:revision>1</cp:revision>
  <dcterms:created xsi:type="dcterms:W3CDTF">2026-04-02T07:39:00Z</dcterms:created>
  <dcterms:modified xsi:type="dcterms:W3CDTF">2026-04-02T07:39:00Z</dcterms:modified>
</cp:coreProperties>
</file>